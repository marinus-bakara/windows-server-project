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983" autoAdjust="0"/>
  </p:normalViewPr>
  <p:slideViewPr>
    <p:cSldViewPr>
      <p:cViewPr varScale="1">
        <p:scale>
          <a:sx n="64" d="100"/>
          <a:sy n="64" d="100"/>
        </p:scale>
        <p:origin x="7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6E8CE-B87B-4A38-95FB-1E2D7AEAFA4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B03F2-1465-4F04-8241-9082E49C0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88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the DNS console just right click on Reverse Lookup Zones and select New Zone.</a:t>
            </a:r>
          </a:p>
          <a:p>
            <a:r>
              <a:rPr lang="en-US" dirty="0" smtClean="0"/>
              <a:t>Select Primary zone and make sure the check box for Active Directory is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21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zone replication scope will be the Domain</a:t>
            </a:r>
          </a:p>
          <a:p>
            <a:r>
              <a:rPr lang="en-US" dirty="0" smtClean="0"/>
              <a:t>Since the scope is for IPv4 addresses we can keep the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71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</a:t>
            </a:r>
            <a:r>
              <a:rPr lang="en-US" baseline="0" dirty="0" smtClean="0"/>
              <a:t> need to enter the network ID for the IP range we are creating the zone.</a:t>
            </a:r>
          </a:p>
          <a:p>
            <a:r>
              <a:rPr lang="en-US" baseline="0" dirty="0" smtClean="0"/>
              <a:t>Select Allow only secure dynamic updates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B03F2-1465-4F04-8241-9082E49C07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5FB5A-774D-4051-8C5E-7A6CF54AA38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40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1471B-2F4C-4F1A-BCB2-8E8CC6101D9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49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47F17-3660-4412-9AF1-CCA5DA32EC0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242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F83-C329-4FCD-A406-5A60D65B3B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882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6687A-5420-4D50-9816-2C27351F443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33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0C8F3-E35F-4F69-B107-F82601C15D0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271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5EF93-7967-4442-A93B-EC4E2715645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57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B90F2-3CAE-43BA-A459-8D8B79650C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72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F1F3-5E6F-47B4-A71B-F98B445061E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43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EC37B-1928-4181-A4B6-AEFF4BE56D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04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AD18-5E14-41F9-ACB5-75D1E06D991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521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8DDCB-EDBC-4A5B-8D8B-4EF903D3889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79595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6</a:t>
            </a:r>
            <a:r>
              <a:rPr lang="en-US" dirty="0" smtClean="0"/>
              <a:t>. Configure DNS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Windows Server 2019 Basics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8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Reverse Lookup Zone</a:t>
            </a:r>
          </a:p>
          <a:p>
            <a:r>
              <a:rPr lang="en-US" dirty="0" smtClean="0"/>
              <a:t>Explore the DNS console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1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Create reverse lookup zone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527966"/>
            <a:ext cx="4953000" cy="43300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163956"/>
            <a:ext cx="7086599" cy="469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4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Create reverse lookup zone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81800" y="1579576"/>
            <a:ext cx="5410200" cy="51673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728913"/>
            <a:ext cx="6248400" cy="501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07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reverse lookup zone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18050"/>
            <a:ext cx="5676900" cy="4412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10250"/>
            <a:ext cx="5659028" cy="442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0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396</TotalTime>
  <Words>108</Words>
  <Application>Microsoft Office PowerPoint</Application>
  <PresentationFormat>Widescreen</PresentationFormat>
  <Paragraphs>17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6. Configure DNS</vt:lpstr>
      <vt:lpstr>Tasks</vt:lpstr>
      <vt:lpstr>Create reverse lookup zone</vt:lpstr>
      <vt:lpstr>Create reverse lookup zone</vt:lpstr>
      <vt:lpstr>Create reverse lookup zone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 dumitras</dc:creator>
  <cp:lastModifiedBy>Microsoft account</cp:lastModifiedBy>
  <cp:revision>65</cp:revision>
  <cp:lastPrinted>1601-01-01T00:00:00Z</cp:lastPrinted>
  <dcterms:created xsi:type="dcterms:W3CDTF">2019-03-09T11:22:51Z</dcterms:created>
  <dcterms:modified xsi:type="dcterms:W3CDTF">2025-11-18T09:03:38Z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TC102037841033</vt:lpwstr>
  </property>
</Properties>
</file>