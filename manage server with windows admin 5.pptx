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83" autoAdjust="0"/>
  </p:normalViewPr>
  <p:slideViewPr>
    <p:cSldViewPr>
      <p:cViewPr varScale="1">
        <p:scale>
          <a:sx n="64" d="100"/>
          <a:sy n="64" d="100"/>
        </p:scale>
        <p:origin x="7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10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6E8CE-B87B-4A38-95FB-1E2D7AEAFA4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B03F2-1465-4F04-8241-9082E49C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8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Windows Admin</a:t>
            </a:r>
            <a:r>
              <a:rPr lang="en-US" baseline="0" dirty="0" smtClean="0"/>
              <a:t> Center has 2 modes of operation:</a:t>
            </a:r>
          </a:p>
          <a:p>
            <a:r>
              <a:rPr lang="en-US" baseline="0" dirty="0" smtClean="0"/>
              <a:t>  - </a:t>
            </a:r>
            <a:r>
              <a:rPr lang="en-US" b="1" baseline="0" dirty="0" smtClean="0"/>
              <a:t>Desktop mode: </a:t>
            </a:r>
            <a:r>
              <a:rPr lang="en-US" b="0" baseline="0" dirty="0" smtClean="0"/>
              <a:t>WAC(Windows Admin Center)  is installed on a Windows 10 machine and it is accessed from that machine using localhost. Management commands are executed directly by the client machine</a:t>
            </a:r>
          </a:p>
          <a:p>
            <a:r>
              <a:rPr lang="en-US" b="0" baseline="0" dirty="0" smtClean="0"/>
              <a:t>  - </a:t>
            </a:r>
            <a:r>
              <a:rPr lang="en-US" b="1" baseline="0" dirty="0" smtClean="0"/>
              <a:t>Gateway mode: </a:t>
            </a:r>
            <a:r>
              <a:rPr lang="en-US" b="0" baseline="0" dirty="0" smtClean="0"/>
              <a:t>WAC(Windows Admin Center)  is installed on a Windows Server and it is accessed from that server or other machines with a supported browser. Management commands are executed by the server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The possible installation options are:</a:t>
            </a:r>
          </a:p>
          <a:p>
            <a:r>
              <a:rPr lang="en-US" b="0" baseline="0" dirty="0" smtClean="0"/>
              <a:t>  - </a:t>
            </a:r>
            <a:r>
              <a:rPr lang="en-US" b="1" baseline="0" dirty="0" smtClean="0"/>
              <a:t>Local client: </a:t>
            </a:r>
            <a:r>
              <a:rPr lang="en-US" b="0" baseline="0" dirty="0" smtClean="0"/>
              <a:t>It is the only option that corresponds to the Desktop mode of operation</a:t>
            </a:r>
          </a:p>
          <a:p>
            <a:r>
              <a:rPr lang="en-US" b="0" baseline="0" dirty="0" smtClean="0"/>
              <a:t>  - </a:t>
            </a:r>
            <a:r>
              <a:rPr lang="en-US" b="1" baseline="0" dirty="0" smtClean="0"/>
              <a:t>Managed server: </a:t>
            </a:r>
            <a:r>
              <a:rPr lang="en-US" b="0" baseline="0" dirty="0" smtClean="0"/>
              <a:t>WAC(Windows Admin Center)  is installed on a server that might have also other roles on it and that server then manages itself and others in the infrastructure</a:t>
            </a:r>
          </a:p>
          <a:p>
            <a:r>
              <a:rPr lang="en-US" b="0" baseline="0" dirty="0" smtClean="0"/>
              <a:t>  - </a:t>
            </a:r>
            <a:r>
              <a:rPr lang="en-US" b="1" baseline="0" dirty="0" smtClean="0"/>
              <a:t>Gateway server: </a:t>
            </a:r>
            <a:r>
              <a:rPr lang="en-US" b="0" baseline="0" dirty="0" smtClean="0"/>
              <a:t>WAC(Windows Admin Center) is installed on a server that has the dedicated role of a WAC(Windows Admin Center)  gateway. Commands for managing other machines are executed by that server</a:t>
            </a:r>
          </a:p>
          <a:p>
            <a:r>
              <a:rPr lang="en-US" b="0" baseline="0" dirty="0" smtClean="0"/>
              <a:t>  - </a:t>
            </a:r>
            <a:r>
              <a:rPr lang="en-US" b="1" baseline="0" dirty="0" smtClean="0"/>
              <a:t>Failover cluster: </a:t>
            </a:r>
            <a:r>
              <a:rPr lang="en-US" b="0" baseline="0" dirty="0" smtClean="0"/>
              <a:t>WAC(Windows Admin Center) runs on a failover cluster. This scenario is used in case you need high availability for your Admin Center console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8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5FB5A-774D-4051-8C5E-7A6CF54AA3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54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471B-2F4C-4F1A-BCB2-8E8CC6101D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11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7F17-3660-4412-9AF1-CCA5DA32EC0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32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F83-C329-4FCD-A406-5A60D65B3B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52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6687A-5420-4D50-9816-2C27351F44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83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C8F3-E35F-4F69-B107-F82601C15D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81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EF93-7967-4442-A93B-EC4E2715645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9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B90F2-3CAE-43BA-A459-8D8B79650C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91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F1F3-5E6F-47B4-A71B-F98B445061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C37B-1928-4181-A4B6-AEFF4BE56D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35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AD18-5E14-41F9-ACB5-75D1E06D991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54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DDCB-EDBC-4A5B-8D8B-4EF903D388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063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5. Manage servers with Windows Admin Center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Windows Server 2019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WAC is a browser-based management tool for your Windows servers</a:t>
            </a:r>
          </a:p>
          <a:p>
            <a:r>
              <a:rPr lang="en-US" dirty="0" smtClean="0"/>
              <a:t>It is meant to help you manage servers without opening a lot of tools like MMC consoles and the Server Manager</a:t>
            </a:r>
          </a:p>
          <a:p>
            <a:r>
              <a:rPr lang="en-US" dirty="0" smtClean="0"/>
              <a:t>Management is done over WinRM with Powershell Remoting and WMI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contains most of the tools you use to manage servers but recreated for this new, modern experience</a:t>
            </a:r>
          </a:p>
          <a:p>
            <a:r>
              <a:rPr lang="en-US" dirty="0" smtClean="0"/>
              <a:t>It is extensible so if the included tools are not enough you can get more</a:t>
            </a:r>
          </a:p>
          <a:p>
            <a:r>
              <a:rPr lang="en-US" dirty="0" smtClean="0"/>
              <a:t>Very easy to install</a:t>
            </a:r>
          </a:p>
          <a:p>
            <a:r>
              <a:rPr lang="en-US" dirty="0" smtClean="0"/>
              <a:t>Can manage hyper converged clusters, containers and virtual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options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77" y="1600200"/>
            <a:ext cx="11036229" cy="4958892"/>
          </a:xfrm>
        </p:spPr>
      </p:pic>
    </p:spTree>
    <p:extLst>
      <p:ext uri="{BB962C8B-B14F-4D97-AF65-F5344CB8AC3E}">
        <p14:creationId xmlns:p14="http://schemas.microsoft.com/office/powerpoint/2010/main" val="389579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385</TotalTime>
  <Words>312</Words>
  <Application>Microsoft Office PowerPoint</Application>
  <PresentationFormat>Widescreen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5. Manage servers with Windows Admin Center</vt:lpstr>
      <vt:lpstr>Introduction</vt:lpstr>
      <vt:lpstr>Key points</vt:lpstr>
      <vt:lpstr>Install options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dumitras</dc:creator>
  <cp:lastModifiedBy>Microsoft account</cp:lastModifiedBy>
  <cp:revision>59</cp:revision>
  <cp:lastPrinted>1601-01-01T00:00:00Z</cp:lastPrinted>
  <dcterms:created xsi:type="dcterms:W3CDTF">2019-03-09T11:22:51Z</dcterms:created>
  <dcterms:modified xsi:type="dcterms:W3CDTF">2025-11-18T09:02:45Z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TC102037841033</vt:lpwstr>
  </property>
</Properties>
</file>