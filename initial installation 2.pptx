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12"/>
  </p:notesMasterIdLst>
  <p:sldIdLst>
    <p:sldId id="256" r:id="rId2"/>
    <p:sldId id="258" r:id="rId3"/>
    <p:sldId id="259" r:id="rId4"/>
    <p:sldId id="260" r:id="rId5"/>
    <p:sldId id="261" r:id="rId6"/>
    <p:sldId id="262" r:id="rId7"/>
    <p:sldId id="263" r:id="rId8"/>
    <p:sldId id="264" r:id="rId9"/>
    <p:sldId id="265" r:id="rId10"/>
    <p:sldId id="266" r:id="rId11"/>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5317" autoAdjust="0"/>
  </p:normalViewPr>
  <p:slideViewPr>
    <p:cSldViewPr>
      <p:cViewPr varScale="1">
        <p:scale>
          <a:sx n="64" d="100"/>
          <a:sy n="64" d="100"/>
        </p:scale>
        <p:origin x="724" y="5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AB5D30-D595-4DCB-920F-1483BFE31B4B}" type="datetimeFigureOut">
              <a:rPr lang="en-US" smtClean="0"/>
              <a:t>11/18/2025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35D56E-6EF0-428D-8445-FC8E44547B75}" type="slidenum">
              <a:rPr lang="en-US" smtClean="0"/>
              <a:t>‹#›</a:t>
            </a:fld>
            <a:endParaRPr lang="en-US"/>
          </a:p>
        </p:txBody>
      </p:sp>
    </p:spTree>
    <p:extLst>
      <p:ext uri="{BB962C8B-B14F-4D97-AF65-F5344CB8AC3E}">
        <p14:creationId xmlns:p14="http://schemas.microsoft.com/office/powerpoint/2010/main" val="2831574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p:txBody>
      </p:sp>
      <p:sp>
        <p:nvSpPr>
          <p:cNvPr id="4" name="Slide Number Placeholder 3"/>
          <p:cNvSpPr>
            <a:spLocks noGrp="1"/>
          </p:cNvSpPr>
          <p:nvPr>
            <p:ph type="sldNum" sz="quarter" idx="10"/>
          </p:nvPr>
        </p:nvSpPr>
        <p:spPr/>
        <p:txBody>
          <a:bodyPr/>
          <a:lstStyle/>
          <a:p>
            <a:fld id="{E635D56E-6EF0-428D-8445-FC8E44547B75}" type="slidenum">
              <a:rPr lang="en-US" smtClean="0"/>
              <a:t>2</a:t>
            </a:fld>
            <a:endParaRPr lang="en-US"/>
          </a:p>
        </p:txBody>
      </p:sp>
    </p:spTree>
    <p:extLst>
      <p:ext uri="{BB962C8B-B14F-4D97-AF65-F5344CB8AC3E}">
        <p14:creationId xmlns:p14="http://schemas.microsoft.com/office/powerpoint/2010/main" val="9606448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You can see a list of network adapters on the Local Server page of the Server Manager</a:t>
            </a:r>
            <a:r>
              <a:rPr lang="en-US" baseline="0" dirty="0" smtClean="0"/>
              <a:t>. In my case there is only one NIC named Ethernet. Clicking on it will bring up the Network Connections window.</a:t>
            </a:r>
            <a:endParaRPr lang="en-US" dirty="0"/>
          </a:p>
        </p:txBody>
      </p:sp>
      <p:sp>
        <p:nvSpPr>
          <p:cNvPr id="4" name="Slide Number Placeholder 3"/>
          <p:cNvSpPr>
            <a:spLocks noGrp="1"/>
          </p:cNvSpPr>
          <p:nvPr>
            <p:ph type="sldNum" sz="quarter" idx="10"/>
          </p:nvPr>
        </p:nvSpPr>
        <p:spPr/>
        <p:txBody>
          <a:bodyPr/>
          <a:lstStyle/>
          <a:p>
            <a:fld id="{E635D56E-6EF0-428D-8445-FC8E44547B75}" type="slidenum">
              <a:rPr lang="en-US" smtClean="0"/>
              <a:t>3</a:t>
            </a:fld>
            <a:endParaRPr lang="en-US"/>
          </a:p>
        </p:txBody>
      </p:sp>
    </p:spTree>
    <p:extLst>
      <p:ext uri="{BB962C8B-B14F-4D97-AF65-F5344CB8AC3E}">
        <p14:creationId xmlns:p14="http://schemas.microsoft.com/office/powerpoint/2010/main" val="3278386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a:t>
            </a:r>
            <a:r>
              <a:rPr lang="en-US" baseline="0" dirty="0" smtClean="0"/>
              <a:t> configure the settings for a network adapter just right click and press Properties, then open Internet Protocol Version 4 (TCP/IPv4) and set your IP, Gateway and DNS </a:t>
            </a:r>
            <a:r>
              <a:rPr lang="en-US" baseline="0" dirty="0" smtClean="0"/>
              <a:t>servers . </a:t>
            </a:r>
            <a:r>
              <a:rPr lang="en-US" b="0" baseline="0" dirty="0" smtClean="0"/>
              <a:t>B</a:t>
            </a:r>
            <a:r>
              <a:rPr lang="en-US" baseline="0" dirty="0" smtClean="0"/>
              <a:t>ut </a:t>
            </a:r>
            <a:r>
              <a:rPr lang="en-US" baseline="0" dirty="0" smtClean="0"/>
              <a:t>In this case we don‘t have a gateway.</a:t>
            </a:r>
            <a:endParaRPr lang="en-US" dirty="0"/>
          </a:p>
        </p:txBody>
      </p:sp>
      <p:sp>
        <p:nvSpPr>
          <p:cNvPr id="4" name="Slide Number Placeholder 3"/>
          <p:cNvSpPr>
            <a:spLocks noGrp="1"/>
          </p:cNvSpPr>
          <p:nvPr>
            <p:ph type="sldNum" sz="quarter" idx="10"/>
          </p:nvPr>
        </p:nvSpPr>
        <p:spPr/>
        <p:txBody>
          <a:bodyPr/>
          <a:lstStyle/>
          <a:p>
            <a:fld id="{E635D56E-6EF0-428D-8445-FC8E44547B75}" type="slidenum">
              <a:rPr lang="en-US" smtClean="0"/>
              <a:t>4</a:t>
            </a:fld>
            <a:endParaRPr lang="en-US"/>
          </a:p>
        </p:txBody>
      </p:sp>
    </p:spTree>
    <p:extLst>
      <p:ext uri="{BB962C8B-B14F-4D97-AF65-F5344CB8AC3E}">
        <p14:creationId xmlns:p14="http://schemas.microsoft.com/office/powerpoint/2010/main" val="1027461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a:t>
            </a:r>
            <a:r>
              <a:rPr lang="en-US" baseline="0" dirty="0" smtClean="0"/>
              <a:t> set a server’s name just click on the current name from the Local Server tab of the Server Manager.</a:t>
            </a:r>
            <a:endParaRPr lang="en-US" dirty="0"/>
          </a:p>
        </p:txBody>
      </p:sp>
      <p:sp>
        <p:nvSpPr>
          <p:cNvPr id="4" name="Slide Number Placeholder 3"/>
          <p:cNvSpPr>
            <a:spLocks noGrp="1"/>
          </p:cNvSpPr>
          <p:nvPr>
            <p:ph type="sldNum" sz="quarter" idx="10"/>
          </p:nvPr>
        </p:nvSpPr>
        <p:spPr/>
        <p:txBody>
          <a:bodyPr/>
          <a:lstStyle/>
          <a:p>
            <a:fld id="{E635D56E-6EF0-428D-8445-FC8E44547B75}" type="slidenum">
              <a:rPr lang="en-US" smtClean="0"/>
              <a:t>5</a:t>
            </a:fld>
            <a:endParaRPr lang="en-US"/>
          </a:p>
        </p:txBody>
      </p:sp>
    </p:spTree>
    <p:extLst>
      <p:ext uri="{BB962C8B-B14F-4D97-AF65-F5344CB8AC3E}">
        <p14:creationId xmlns:p14="http://schemas.microsoft.com/office/powerpoint/2010/main" val="39018958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Click on the Change button and enter the new computer name. In</a:t>
            </a:r>
            <a:r>
              <a:rPr lang="en-US" baseline="0" dirty="0" smtClean="0"/>
              <a:t> order for the changes to take effect the computer must be restarted.</a:t>
            </a:r>
            <a:endParaRPr lang="en-US" dirty="0"/>
          </a:p>
        </p:txBody>
      </p:sp>
      <p:sp>
        <p:nvSpPr>
          <p:cNvPr id="4" name="Slide Number Placeholder 3"/>
          <p:cNvSpPr>
            <a:spLocks noGrp="1"/>
          </p:cNvSpPr>
          <p:nvPr>
            <p:ph type="sldNum" sz="quarter" idx="10"/>
          </p:nvPr>
        </p:nvSpPr>
        <p:spPr/>
        <p:txBody>
          <a:bodyPr/>
          <a:lstStyle/>
          <a:p>
            <a:fld id="{E635D56E-6EF0-428D-8445-FC8E44547B75}" type="slidenum">
              <a:rPr lang="en-US" smtClean="0"/>
              <a:t>6</a:t>
            </a:fld>
            <a:endParaRPr lang="en-US"/>
          </a:p>
        </p:txBody>
      </p:sp>
    </p:spTree>
    <p:extLst>
      <p:ext uri="{BB962C8B-B14F-4D97-AF65-F5344CB8AC3E}">
        <p14:creationId xmlns:p14="http://schemas.microsoft.com/office/powerpoint/2010/main" val="10033161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fastest way to open the Firewall console is to search for it in the Start</a:t>
            </a:r>
            <a:r>
              <a:rPr lang="en-US" baseline="0" dirty="0" smtClean="0"/>
              <a:t> Menu and opening Windows Firewall with Advanced Security.</a:t>
            </a:r>
            <a:endParaRPr lang="en-US" dirty="0"/>
          </a:p>
        </p:txBody>
      </p:sp>
      <p:sp>
        <p:nvSpPr>
          <p:cNvPr id="4" name="Slide Number Placeholder 3"/>
          <p:cNvSpPr>
            <a:spLocks noGrp="1"/>
          </p:cNvSpPr>
          <p:nvPr>
            <p:ph type="sldNum" sz="quarter" idx="10"/>
          </p:nvPr>
        </p:nvSpPr>
        <p:spPr/>
        <p:txBody>
          <a:bodyPr/>
          <a:lstStyle/>
          <a:p>
            <a:fld id="{E635D56E-6EF0-428D-8445-FC8E44547B75}" type="slidenum">
              <a:rPr lang="en-US" smtClean="0"/>
              <a:t>7</a:t>
            </a:fld>
            <a:endParaRPr lang="en-US"/>
          </a:p>
        </p:txBody>
      </p:sp>
    </p:spTree>
    <p:extLst>
      <p:ext uri="{BB962C8B-B14F-4D97-AF65-F5344CB8AC3E}">
        <p14:creationId xmlns:p14="http://schemas.microsoft.com/office/powerpoint/2010/main" val="32335732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a:t>
            </a:r>
            <a:r>
              <a:rPr lang="en-US" baseline="0" dirty="0" smtClean="0"/>
              <a:t> 2 inbound rules that I always configure are:</a:t>
            </a:r>
          </a:p>
          <a:p>
            <a:r>
              <a:rPr lang="en-US" baseline="0" dirty="0" smtClean="0"/>
              <a:t>  - </a:t>
            </a:r>
            <a:r>
              <a:rPr lang="en-US" b="1" baseline="0" dirty="0" smtClean="0"/>
              <a:t>File and Printer Sharing (Echo Request – ICMPv4-In) </a:t>
            </a:r>
            <a:r>
              <a:rPr lang="en-US" b="0" baseline="0" dirty="0" smtClean="0"/>
              <a:t>This is the rule that enables Ping</a:t>
            </a:r>
          </a:p>
          <a:p>
            <a:r>
              <a:rPr lang="en-US" b="0" baseline="0" dirty="0" smtClean="0"/>
              <a:t>  - </a:t>
            </a:r>
            <a:r>
              <a:rPr lang="en-US" b="1" baseline="0" dirty="0" smtClean="0"/>
              <a:t>File and Printer Sharing (SMB-In) </a:t>
            </a:r>
            <a:r>
              <a:rPr lang="en-US" b="0" baseline="0" dirty="0" smtClean="0"/>
              <a:t>This rule enables file sharing</a:t>
            </a:r>
          </a:p>
          <a:p>
            <a:endParaRPr lang="en-US" b="0" baseline="0" dirty="0" smtClean="0"/>
          </a:p>
          <a:p>
            <a:r>
              <a:rPr lang="en-US" b="0" baseline="0" dirty="0" smtClean="0"/>
              <a:t>Just right click and press Enable to activate the rules.</a:t>
            </a:r>
            <a:endParaRPr lang="en-US" dirty="0"/>
          </a:p>
        </p:txBody>
      </p:sp>
      <p:sp>
        <p:nvSpPr>
          <p:cNvPr id="4" name="Slide Number Placeholder 3"/>
          <p:cNvSpPr>
            <a:spLocks noGrp="1"/>
          </p:cNvSpPr>
          <p:nvPr>
            <p:ph type="sldNum" sz="quarter" idx="10"/>
          </p:nvPr>
        </p:nvSpPr>
        <p:spPr/>
        <p:txBody>
          <a:bodyPr/>
          <a:lstStyle/>
          <a:p>
            <a:fld id="{E635D56E-6EF0-428D-8445-FC8E44547B75}" type="slidenum">
              <a:rPr lang="en-US" smtClean="0"/>
              <a:t>8</a:t>
            </a:fld>
            <a:endParaRPr lang="en-US"/>
          </a:p>
        </p:txBody>
      </p:sp>
    </p:spTree>
    <p:extLst>
      <p:ext uri="{BB962C8B-B14F-4D97-AF65-F5344CB8AC3E}">
        <p14:creationId xmlns:p14="http://schemas.microsoft.com/office/powerpoint/2010/main" val="34392370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a:t>
            </a:r>
            <a:r>
              <a:rPr lang="en-US" baseline="0" dirty="0" smtClean="0"/>
              <a:t> enable Remote Desktop just open Settings, go to the Remote Desktop tab and toggle the switch to enable it. Press Confirm on the dialog box.</a:t>
            </a:r>
            <a:endParaRPr lang="en-US" dirty="0"/>
          </a:p>
        </p:txBody>
      </p:sp>
      <p:sp>
        <p:nvSpPr>
          <p:cNvPr id="4" name="Slide Number Placeholder 3"/>
          <p:cNvSpPr>
            <a:spLocks noGrp="1"/>
          </p:cNvSpPr>
          <p:nvPr>
            <p:ph type="sldNum" sz="quarter" idx="10"/>
          </p:nvPr>
        </p:nvSpPr>
        <p:spPr/>
        <p:txBody>
          <a:bodyPr/>
          <a:lstStyle/>
          <a:p>
            <a:fld id="{E635D56E-6EF0-428D-8445-FC8E44547B75}" type="slidenum">
              <a:rPr lang="en-US" smtClean="0"/>
              <a:t>9</a:t>
            </a:fld>
            <a:endParaRPr lang="en-US"/>
          </a:p>
        </p:txBody>
      </p:sp>
    </p:spTree>
    <p:extLst>
      <p:ext uri="{BB962C8B-B14F-4D97-AF65-F5344CB8AC3E}">
        <p14:creationId xmlns:p14="http://schemas.microsoft.com/office/powerpoint/2010/main" val="39119885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a:t>
            </a:r>
            <a:r>
              <a:rPr lang="en-US" baseline="0" dirty="0" smtClean="0"/>
              <a:t> Time Zone settings can be easily accessed from the Local Server tab of the Server Manager by clicking on the current time zone. Click on the Change time zone button and select your location.</a:t>
            </a:r>
            <a:endParaRPr lang="en-US" dirty="0"/>
          </a:p>
        </p:txBody>
      </p:sp>
      <p:sp>
        <p:nvSpPr>
          <p:cNvPr id="4" name="Slide Number Placeholder 3"/>
          <p:cNvSpPr>
            <a:spLocks noGrp="1"/>
          </p:cNvSpPr>
          <p:nvPr>
            <p:ph type="sldNum" sz="quarter" idx="10"/>
          </p:nvPr>
        </p:nvSpPr>
        <p:spPr/>
        <p:txBody>
          <a:bodyPr/>
          <a:lstStyle/>
          <a:p>
            <a:fld id="{E635D56E-6EF0-428D-8445-FC8E44547B75}" type="slidenum">
              <a:rPr lang="en-US" smtClean="0"/>
              <a:t>10</a:t>
            </a:fld>
            <a:endParaRPr lang="en-US"/>
          </a:p>
        </p:txBody>
      </p:sp>
    </p:spTree>
    <p:extLst>
      <p:ext uri="{BB962C8B-B14F-4D97-AF65-F5344CB8AC3E}">
        <p14:creationId xmlns:p14="http://schemas.microsoft.com/office/powerpoint/2010/main" val="38418537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B825FB5A-774D-4051-8C5E-7A6CF54AA38F}" type="slidenum">
              <a:rPr lang="en-US" altLang="en-US" smtClean="0"/>
              <a:pPr/>
              <a:t>‹#›</a:t>
            </a:fld>
            <a:endParaRPr lang="en-US" altLang="en-US"/>
          </a:p>
        </p:txBody>
      </p:sp>
    </p:spTree>
    <p:extLst>
      <p:ext uri="{BB962C8B-B14F-4D97-AF65-F5344CB8AC3E}">
        <p14:creationId xmlns:p14="http://schemas.microsoft.com/office/powerpoint/2010/main" val="2507151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47F1471B-2F4C-4F1A-BCB2-8E8CC6101D91}" type="slidenum">
              <a:rPr lang="en-US" altLang="en-US" smtClean="0"/>
              <a:pPr/>
              <a:t>‹#›</a:t>
            </a:fld>
            <a:endParaRPr lang="en-US" altLang="en-US"/>
          </a:p>
        </p:txBody>
      </p:sp>
    </p:spTree>
    <p:extLst>
      <p:ext uri="{BB962C8B-B14F-4D97-AF65-F5344CB8AC3E}">
        <p14:creationId xmlns:p14="http://schemas.microsoft.com/office/powerpoint/2010/main" val="39183920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97347F17-3660-4412-9AF1-CCA5DA32EC04}" type="slidenum">
              <a:rPr lang="en-US" altLang="en-US" smtClean="0"/>
              <a:pPr/>
              <a:t>‹#›</a:t>
            </a:fld>
            <a:endParaRPr lang="en-US" altLang="en-US"/>
          </a:p>
        </p:txBody>
      </p:sp>
    </p:spTree>
    <p:extLst>
      <p:ext uri="{BB962C8B-B14F-4D97-AF65-F5344CB8AC3E}">
        <p14:creationId xmlns:p14="http://schemas.microsoft.com/office/powerpoint/2010/main" val="4229466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endParaRPr lang="en-US" altLang="en-US"/>
          </a:p>
        </p:txBody>
      </p:sp>
      <p:sp>
        <p:nvSpPr>
          <p:cNvPr id="6" name="Footer Placeholder 5"/>
          <p:cNvSpPr>
            <a:spLocks noGrp="1"/>
          </p:cNvSpPr>
          <p:nvPr>
            <p:ph type="ftr" sz="quarter" idx="11"/>
          </p:nvPr>
        </p:nvSpPr>
        <p:spPr/>
        <p:txBody>
          <a:bodyPr/>
          <a:lstStyle/>
          <a:p>
            <a:endParaRPr lang="en-US" altLang="en-US"/>
          </a:p>
        </p:txBody>
      </p:sp>
      <p:sp>
        <p:nvSpPr>
          <p:cNvPr id="7" name="Slide Number Placeholder 6"/>
          <p:cNvSpPr>
            <a:spLocks noGrp="1"/>
          </p:cNvSpPr>
          <p:nvPr>
            <p:ph type="sldNum" sz="quarter" idx="12"/>
          </p:nvPr>
        </p:nvSpPr>
        <p:spPr/>
        <p:txBody>
          <a:bodyPr/>
          <a:lstStyle/>
          <a:p>
            <a:fld id="{55DC9F83-C329-4FCD-A406-5A60D65B3B44}" type="slidenum">
              <a:rPr lang="en-US" altLang="en-US" smtClean="0"/>
              <a:pPr/>
              <a:t>‹#›</a:t>
            </a:fld>
            <a:endParaRPr lang="en-US" altLang="en-US"/>
          </a:p>
        </p:txBody>
      </p:sp>
    </p:spTree>
    <p:extLst>
      <p:ext uri="{BB962C8B-B14F-4D97-AF65-F5344CB8AC3E}">
        <p14:creationId xmlns:p14="http://schemas.microsoft.com/office/powerpoint/2010/main" val="1251873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endParaRPr lang="en-US" altLang="en-US"/>
          </a:p>
        </p:txBody>
      </p:sp>
      <p:sp>
        <p:nvSpPr>
          <p:cNvPr id="8" name="Footer Placeholder 7"/>
          <p:cNvSpPr>
            <a:spLocks noGrp="1"/>
          </p:cNvSpPr>
          <p:nvPr>
            <p:ph type="ftr" sz="quarter" idx="11"/>
          </p:nvPr>
        </p:nvSpPr>
        <p:spPr/>
        <p:txBody>
          <a:bodyPr/>
          <a:lstStyle/>
          <a:p>
            <a:endParaRPr lang="en-US" altLang="en-US"/>
          </a:p>
        </p:txBody>
      </p:sp>
      <p:sp>
        <p:nvSpPr>
          <p:cNvPr id="9" name="Slide Number Placeholder 8"/>
          <p:cNvSpPr>
            <a:spLocks noGrp="1"/>
          </p:cNvSpPr>
          <p:nvPr>
            <p:ph type="sldNum" sz="quarter" idx="12"/>
          </p:nvPr>
        </p:nvSpPr>
        <p:spPr/>
        <p:txBody>
          <a:bodyPr/>
          <a:lstStyle/>
          <a:p>
            <a:fld id="{BBE6687A-5420-4D50-9816-2C27351F443C}" type="slidenum">
              <a:rPr lang="en-US" altLang="en-US" smtClean="0"/>
              <a:pPr/>
              <a:t>‹#›</a:t>
            </a:fld>
            <a:endParaRPr lang="en-US" altLang="en-US"/>
          </a:p>
        </p:txBody>
      </p:sp>
    </p:spTree>
    <p:extLst>
      <p:ext uri="{BB962C8B-B14F-4D97-AF65-F5344CB8AC3E}">
        <p14:creationId xmlns:p14="http://schemas.microsoft.com/office/powerpoint/2010/main" val="1095925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endParaRPr lang="en-US" altLang="en-US"/>
          </a:p>
        </p:txBody>
      </p:sp>
      <p:sp>
        <p:nvSpPr>
          <p:cNvPr id="4" name="Footer Placeholder 3"/>
          <p:cNvSpPr>
            <a:spLocks noGrp="1"/>
          </p:cNvSpPr>
          <p:nvPr>
            <p:ph type="ftr" sz="quarter" idx="11"/>
          </p:nvPr>
        </p:nvSpPr>
        <p:spPr/>
        <p:txBody>
          <a:bodyPr/>
          <a:lstStyle/>
          <a:p>
            <a:endParaRPr lang="en-US" altLang="en-US"/>
          </a:p>
        </p:txBody>
      </p:sp>
      <p:sp>
        <p:nvSpPr>
          <p:cNvPr id="5" name="Slide Number Placeholder 4"/>
          <p:cNvSpPr>
            <a:spLocks noGrp="1"/>
          </p:cNvSpPr>
          <p:nvPr>
            <p:ph type="sldNum" sz="quarter" idx="12"/>
          </p:nvPr>
        </p:nvSpPr>
        <p:spPr/>
        <p:txBody>
          <a:bodyPr/>
          <a:lstStyle/>
          <a:p>
            <a:fld id="{AA00C8F3-E35F-4F69-B107-F82601C15D08}" type="slidenum">
              <a:rPr lang="en-US" altLang="en-US" smtClean="0"/>
              <a:pPr/>
              <a:t>‹#›</a:t>
            </a:fld>
            <a:endParaRPr lang="en-US" altLang="en-US"/>
          </a:p>
        </p:txBody>
      </p:sp>
    </p:spTree>
    <p:extLst>
      <p:ext uri="{BB962C8B-B14F-4D97-AF65-F5344CB8AC3E}">
        <p14:creationId xmlns:p14="http://schemas.microsoft.com/office/powerpoint/2010/main" val="1642217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ltLang="en-US"/>
          </a:p>
        </p:txBody>
      </p:sp>
      <p:sp>
        <p:nvSpPr>
          <p:cNvPr id="3" name="Footer Placeholder 2"/>
          <p:cNvSpPr>
            <a:spLocks noGrp="1"/>
          </p:cNvSpPr>
          <p:nvPr>
            <p:ph type="ftr" sz="quarter" idx="11"/>
          </p:nvPr>
        </p:nvSpPr>
        <p:spPr/>
        <p:txBody>
          <a:bodyPr/>
          <a:lstStyle/>
          <a:p>
            <a:endParaRPr lang="en-US" altLang="en-US"/>
          </a:p>
        </p:txBody>
      </p:sp>
      <p:sp>
        <p:nvSpPr>
          <p:cNvPr id="4" name="Slide Number Placeholder 3"/>
          <p:cNvSpPr>
            <a:spLocks noGrp="1"/>
          </p:cNvSpPr>
          <p:nvPr>
            <p:ph type="sldNum" sz="quarter" idx="12"/>
          </p:nvPr>
        </p:nvSpPr>
        <p:spPr/>
        <p:txBody>
          <a:bodyPr/>
          <a:lstStyle/>
          <a:p>
            <a:fld id="{3325EF93-7967-4442-A93B-EC4E27156452}" type="slidenum">
              <a:rPr lang="en-US" altLang="en-US" smtClean="0"/>
              <a:pPr/>
              <a:t>‹#›</a:t>
            </a:fld>
            <a:endParaRPr lang="en-US" altLang="en-US"/>
          </a:p>
        </p:txBody>
      </p:sp>
    </p:spTree>
    <p:extLst>
      <p:ext uri="{BB962C8B-B14F-4D97-AF65-F5344CB8AC3E}">
        <p14:creationId xmlns:p14="http://schemas.microsoft.com/office/powerpoint/2010/main" val="2254033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ltLang="en-US"/>
          </a:p>
        </p:txBody>
      </p:sp>
      <p:sp>
        <p:nvSpPr>
          <p:cNvPr id="6" name="Footer Placeholder 5"/>
          <p:cNvSpPr>
            <a:spLocks noGrp="1"/>
          </p:cNvSpPr>
          <p:nvPr>
            <p:ph type="ftr" sz="quarter" idx="11"/>
          </p:nvPr>
        </p:nvSpPr>
        <p:spPr/>
        <p:txBody>
          <a:bodyPr/>
          <a:lstStyle/>
          <a:p>
            <a:endParaRPr lang="en-US" altLang="en-US"/>
          </a:p>
        </p:txBody>
      </p:sp>
      <p:sp>
        <p:nvSpPr>
          <p:cNvPr id="7" name="Slide Number Placeholder 6"/>
          <p:cNvSpPr>
            <a:spLocks noGrp="1"/>
          </p:cNvSpPr>
          <p:nvPr>
            <p:ph type="sldNum" sz="quarter" idx="12"/>
          </p:nvPr>
        </p:nvSpPr>
        <p:spPr/>
        <p:txBody>
          <a:bodyPr/>
          <a:lstStyle/>
          <a:p>
            <a:fld id="{C40B90F2-3CAE-43BA-A459-8D8B79650CBD}" type="slidenum">
              <a:rPr lang="en-US" altLang="en-US" smtClean="0"/>
              <a:pPr/>
              <a:t>‹#›</a:t>
            </a:fld>
            <a:endParaRPr lang="en-US" altLang="en-US"/>
          </a:p>
        </p:txBody>
      </p:sp>
    </p:spTree>
    <p:extLst>
      <p:ext uri="{BB962C8B-B14F-4D97-AF65-F5344CB8AC3E}">
        <p14:creationId xmlns:p14="http://schemas.microsoft.com/office/powerpoint/2010/main" val="975893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ltLang="en-US"/>
          </a:p>
        </p:txBody>
      </p:sp>
      <p:sp>
        <p:nvSpPr>
          <p:cNvPr id="6" name="Footer Placeholder 5"/>
          <p:cNvSpPr>
            <a:spLocks noGrp="1"/>
          </p:cNvSpPr>
          <p:nvPr>
            <p:ph type="ftr" sz="quarter" idx="11"/>
          </p:nvPr>
        </p:nvSpPr>
        <p:spPr/>
        <p:txBody>
          <a:bodyPr/>
          <a:lstStyle/>
          <a:p>
            <a:endParaRPr lang="en-US" altLang="en-US"/>
          </a:p>
        </p:txBody>
      </p:sp>
      <p:sp>
        <p:nvSpPr>
          <p:cNvPr id="7" name="Slide Number Placeholder 6"/>
          <p:cNvSpPr>
            <a:spLocks noGrp="1"/>
          </p:cNvSpPr>
          <p:nvPr>
            <p:ph type="sldNum" sz="quarter" idx="12"/>
          </p:nvPr>
        </p:nvSpPr>
        <p:spPr/>
        <p:txBody>
          <a:bodyPr/>
          <a:lstStyle/>
          <a:p>
            <a:fld id="{B3C3F1F3-5E6F-47B4-A71B-F98B445061E8}" type="slidenum">
              <a:rPr lang="en-US" altLang="en-US" smtClean="0"/>
              <a:pPr/>
              <a:t>‹#›</a:t>
            </a:fld>
            <a:endParaRPr lang="en-US" altLang="en-US"/>
          </a:p>
        </p:txBody>
      </p:sp>
    </p:spTree>
    <p:extLst>
      <p:ext uri="{BB962C8B-B14F-4D97-AF65-F5344CB8AC3E}">
        <p14:creationId xmlns:p14="http://schemas.microsoft.com/office/powerpoint/2010/main" val="35482101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AD0EC37B-1928-4181-A4B6-AEFF4BE56D9B}" type="slidenum">
              <a:rPr lang="en-US" altLang="en-US" smtClean="0"/>
              <a:pPr/>
              <a:t>‹#›</a:t>
            </a:fld>
            <a:endParaRPr lang="en-US" altLang="en-US"/>
          </a:p>
        </p:txBody>
      </p:sp>
    </p:spTree>
    <p:extLst>
      <p:ext uri="{BB962C8B-B14F-4D97-AF65-F5344CB8AC3E}">
        <p14:creationId xmlns:p14="http://schemas.microsoft.com/office/powerpoint/2010/main" val="98627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8C28AD18-5E14-41F9-ACB5-75D1E06D9914}" type="slidenum">
              <a:rPr lang="en-US" altLang="en-US" smtClean="0"/>
              <a:pPr/>
              <a:t>‹#›</a:t>
            </a:fld>
            <a:endParaRPr lang="en-US" altLang="en-US"/>
          </a:p>
        </p:txBody>
      </p:sp>
    </p:spTree>
    <p:extLst>
      <p:ext uri="{BB962C8B-B14F-4D97-AF65-F5344CB8AC3E}">
        <p14:creationId xmlns:p14="http://schemas.microsoft.com/office/powerpoint/2010/main" val="119274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F8DDCB-EDBC-4A5B-8D8B-4EF903D38899}" type="slidenum">
              <a:rPr lang="en-US" altLang="en-US" smtClean="0"/>
              <a:pPr/>
              <a:t>‹#›</a:t>
            </a:fld>
            <a:endParaRPr lang="en-US" altLang="en-US"/>
          </a:p>
        </p:txBody>
      </p:sp>
    </p:spTree>
    <p:extLst>
      <p:ext uri="{BB962C8B-B14F-4D97-AF65-F5344CB8AC3E}">
        <p14:creationId xmlns:p14="http://schemas.microsoft.com/office/powerpoint/2010/main" val="1510495987"/>
      </p:ext>
    </p:extLst>
  </p:cSld>
  <p:clrMap bg1="dk1" tx1="lt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2. </a:t>
            </a:r>
            <a:r>
              <a:rPr lang="en-US" smtClean="0"/>
              <a:t>Initial settings</a:t>
            </a:r>
            <a:endParaRPr lang="en-US" dirty="0"/>
          </a:p>
        </p:txBody>
      </p:sp>
      <p:sp>
        <p:nvSpPr>
          <p:cNvPr id="3" name="Subtitle 2"/>
          <p:cNvSpPr>
            <a:spLocks noGrp="1"/>
          </p:cNvSpPr>
          <p:nvPr>
            <p:ph type="subTitle" idx="1"/>
          </p:nvPr>
        </p:nvSpPr>
        <p:spPr/>
        <p:txBody>
          <a:bodyPr/>
          <a:lstStyle/>
          <a:p>
            <a:r>
              <a:rPr lang="en-US" dirty="0" smtClean="0"/>
              <a:t>Windows Server 2019 Basics</a:t>
            </a:r>
            <a:endParaRPr lang="en-US" dirty="0"/>
          </a:p>
        </p:txBody>
      </p:sp>
    </p:spTree>
    <p:extLst>
      <p:ext uri="{BB962C8B-B14F-4D97-AF65-F5344CB8AC3E}">
        <p14:creationId xmlns:p14="http://schemas.microsoft.com/office/powerpoint/2010/main" val="3309683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Steps</a:t>
            </a:r>
            <a:endParaRPr lang="en-US" dirty="0"/>
          </a:p>
        </p:txBody>
      </p:sp>
      <p:sp>
        <p:nvSpPr>
          <p:cNvPr id="3" name="Content Placeholder 2"/>
          <p:cNvSpPr>
            <a:spLocks noGrp="1"/>
          </p:cNvSpPr>
          <p:nvPr>
            <p:ph idx="1"/>
          </p:nvPr>
        </p:nvSpPr>
        <p:spPr/>
        <p:txBody>
          <a:bodyPr/>
          <a:lstStyle/>
          <a:p>
            <a:r>
              <a:rPr lang="en-US" dirty="0" smtClean="0"/>
              <a:t>Set networking settings</a:t>
            </a:r>
          </a:p>
          <a:p>
            <a:r>
              <a:rPr lang="en-US" dirty="0" smtClean="0"/>
              <a:t>Change computer name</a:t>
            </a:r>
          </a:p>
          <a:p>
            <a:r>
              <a:rPr lang="en-US" dirty="0" smtClean="0"/>
              <a:t>Configure Firewall rules</a:t>
            </a:r>
          </a:p>
          <a:p>
            <a:r>
              <a:rPr lang="en-US" dirty="0" smtClean="0"/>
              <a:t>Enable Remote Desktop</a:t>
            </a:r>
          </a:p>
          <a:p>
            <a:r>
              <a:rPr lang="en-US" dirty="0" smtClean="0"/>
              <a:t>Set Time Zone</a:t>
            </a:r>
            <a:endParaRPr lang="en-US" dirty="0"/>
          </a:p>
        </p:txBody>
      </p:sp>
    </p:spTree>
    <p:extLst>
      <p:ext uri="{BB962C8B-B14F-4D97-AF65-F5344CB8AC3E}">
        <p14:creationId xmlns:p14="http://schemas.microsoft.com/office/powerpoint/2010/main" val="3978724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Set </a:t>
            </a:r>
            <a:r>
              <a:rPr lang="en-US" dirty="0"/>
              <a:t>n</a:t>
            </a:r>
            <a:r>
              <a:rPr lang="en-US" dirty="0" smtClean="0"/>
              <a:t>etworking settings</a:t>
            </a:r>
            <a:endParaRPr lang="en-US" dirty="0"/>
          </a:p>
        </p:txBody>
      </p:sp>
      <p:pic>
        <p:nvPicPr>
          <p:cNvPr id="5" name="Picture 4"/>
          <p:cNvPicPr>
            <a:picLocks noChangeAspect="1"/>
          </p:cNvPicPr>
          <p:nvPr/>
        </p:nvPicPr>
        <p:blipFill>
          <a:blip r:embed="rId3"/>
          <a:stretch>
            <a:fillRect/>
          </a:stretch>
        </p:blipFill>
        <p:spPr>
          <a:xfrm>
            <a:off x="0" y="1981200"/>
            <a:ext cx="12192000" cy="4876800"/>
          </a:xfrm>
          <a:prstGeom prst="rect">
            <a:avLst/>
          </a:prstGeom>
        </p:spPr>
      </p:pic>
    </p:spTree>
    <p:extLst>
      <p:ext uri="{BB962C8B-B14F-4D97-AF65-F5344CB8AC3E}">
        <p14:creationId xmlns:p14="http://schemas.microsoft.com/office/powerpoint/2010/main" val="2689314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Set </a:t>
            </a:r>
            <a:r>
              <a:rPr lang="en-US" dirty="0"/>
              <a:t>n</a:t>
            </a:r>
            <a:r>
              <a:rPr lang="en-US" dirty="0" smtClean="0"/>
              <a:t>etworking settings</a:t>
            </a:r>
            <a:endParaRPr lang="en-US"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371600"/>
            <a:ext cx="12192000" cy="5486400"/>
          </a:xfrm>
          <a:prstGeom prst="rect">
            <a:avLst/>
          </a:prstGeom>
        </p:spPr>
      </p:pic>
    </p:spTree>
    <p:extLst>
      <p:ext uri="{BB962C8B-B14F-4D97-AF65-F5344CB8AC3E}">
        <p14:creationId xmlns:p14="http://schemas.microsoft.com/office/powerpoint/2010/main" val="867129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Change computer name</a:t>
            </a:r>
            <a:endParaRPr lang="en-US" dirty="0"/>
          </a:p>
        </p:txBody>
      </p:sp>
      <p:pic>
        <p:nvPicPr>
          <p:cNvPr id="5" name="Picture 4"/>
          <p:cNvPicPr>
            <a:picLocks noChangeAspect="1"/>
          </p:cNvPicPr>
          <p:nvPr/>
        </p:nvPicPr>
        <p:blipFill>
          <a:blip r:embed="rId3"/>
          <a:stretch>
            <a:fillRect/>
          </a:stretch>
        </p:blipFill>
        <p:spPr>
          <a:xfrm>
            <a:off x="0" y="1600200"/>
            <a:ext cx="12192000" cy="5257800"/>
          </a:xfrm>
          <a:prstGeom prst="rect">
            <a:avLst/>
          </a:prstGeom>
        </p:spPr>
      </p:pic>
    </p:spTree>
    <p:extLst>
      <p:ext uri="{BB962C8B-B14F-4D97-AF65-F5344CB8AC3E}">
        <p14:creationId xmlns:p14="http://schemas.microsoft.com/office/powerpoint/2010/main" val="82163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Change computer name</a:t>
            </a:r>
            <a:endParaRPr lang="en-US" dirty="0"/>
          </a:p>
        </p:txBody>
      </p:sp>
      <p:pic>
        <p:nvPicPr>
          <p:cNvPr id="3" name="Picture 2"/>
          <p:cNvPicPr>
            <a:picLocks noChangeAspect="1"/>
          </p:cNvPicPr>
          <p:nvPr/>
        </p:nvPicPr>
        <p:blipFill>
          <a:blip r:embed="rId3"/>
          <a:stretch>
            <a:fillRect/>
          </a:stretch>
        </p:blipFill>
        <p:spPr>
          <a:xfrm>
            <a:off x="0" y="1676400"/>
            <a:ext cx="12192000" cy="5181600"/>
          </a:xfrm>
          <a:prstGeom prst="rect">
            <a:avLst/>
          </a:prstGeom>
        </p:spPr>
      </p:pic>
    </p:spTree>
    <p:extLst>
      <p:ext uri="{BB962C8B-B14F-4D97-AF65-F5344CB8AC3E}">
        <p14:creationId xmlns:p14="http://schemas.microsoft.com/office/powerpoint/2010/main" val="518400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Configure Firewall rules</a:t>
            </a:r>
            <a:endParaRPr lang="en-US" dirty="0"/>
          </a:p>
        </p:txBody>
      </p:sp>
      <p:pic>
        <p:nvPicPr>
          <p:cNvPr id="5" name="Picture 4"/>
          <p:cNvPicPr>
            <a:picLocks noChangeAspect="1"/>
          </p:cNvPicPr>
          <p:nvPr/>
        </p:nvPicPr>
        <p:blipFill>
          <a:blip r:embed="rId3"/>
          <a:stretch>
            <a:fillRect/>
          </a:stretch>
        </p:blipFill>
        <p:spPr>
          <a:xfrm>
            <a:off x="0" y="1828800"/>
            <a:ext cx="12191999" cy="4876800"/>
          </a:xfrm>
          <a:prstGeom prst="rect">
            <a:avLst/>
          </a:prstGeom>
        </p:spPr>
      </p:pic>
    </p:spTree>
    <p:extLst>
      <p:ext uri="{BB962C8B-B14F-4D97-AF65-F5344CB8AC3E}">
        <p14:creationId xmlns:p14="http://schemas.microsoft.com/office/powerpoint/2010/main" val="1329647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Configure Firewall rules</a:t>
            </a:r>
            <a:endParaRPr lang="en-US" dirty="0"/>
          </a:p>
        </p:txBody>
      </p:sp>
      <p:pic>
        <p:nvPicPr>
          <p:cNvPr id="3" name="Picture 2"/>
          <p:cNvPicPr>
            <a:picLocks noChangeAspect="1"/>
          </p:cNvPicPr>
          <p:nvPr/>
        </p:nvPicPr>
        <p:blipFill>
          <a:blip r:embed="rId3"/>
          <a:stretch>
            <a:fillRect/>
          </a:stretch>
        </p:blipFill>
        <p:spPr>
          <a:xfrm>
            <a:off x="0" y="1676400"/>
            <a:ext cx="12115800" cy="5181600"/>
          </a:xfrm>
          <a:prstGeom prst="rect">
            <a:avLst/>
          </a:prstGeom>
        </p:spPr>
      </p:pic>
    </p:spTree>
    <p:extLst>
      <p:ext uri="{BB962C8B-B14F-4D97-AF65-F5344CB8AC3E}">
        <p14:creationId xmlns:p14="http://schemas.microsoft.com/office/powerpoint/2010/main" val="2644479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Enable Remote Desktop</a:t>
            </a:r>
            <a:endParaRPr lang="en-US" dirty="0"/>
          </a:p>
        </p:txBody>
      </p:sp>
      <p:pic>
        <p:nvPicPr>
          <p:cNvPr id="5" name="Picture 4"/>
          <p:cNvPicPr>
            <a:picLocks noChangeAspect="1"/>
          </p:cNvPicPr>
          <p:nvPr/>
        </p:nvPicPr>
        <p:blipFill>
          <a:blip r:embed="rId3"/>
          <a:stretch>
            <a:fillRect/>
          </a:stretch>
        </p:blipFill>
        <p:spPr>
          <a:xfrm>
            <a:off x="0" y="1524000"/>
            <a:ext cx="12192000" cy="5334000"/>
          </a:xfrm>
          <a:prstGeom prst="rect">
            <a:avLst/>
          </a:prstGeom>
        </p:spPr>
      </p:pic>
    </p:spTree>
    <p:extLst>
      <p:ext uri="{BB962C8B-B14F-4D97-AF65-F5344CB8AC3E}">
        <p14:creationId xmlns:p14="http://schemas.microsoft.com/office/powerpoint/2010/main" val="1649322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Set Time Zone</a:t>
            </a:r>
            <a:endParaRPr lang="en-US" dirty="0"/>
          </a:p>
        </p:txBody>
      </p:sp>
      <p:pic>
        <p:nvPicPr>
          <p:cNvPr id="3" name="Picture 2"/>
          <p:cNvPicPr>
            <a:picLocks noChangeAspect="1"/>
          </p:cNvPicPr>
          <p:nvPr/>
        </p:nvPicPr>
        <p:blipFill>
          <a:blip r:embed="rId3"/>
          <a:stretch>
            <a:fillRect/>
          </a:stretch>
        </p:blipFill>
        <p:spPr>
          <a:xfrm>
            <a:off x="0" y="1447800"/>
            <a:ext cx="12192000" cy="5410200"/>
          </a:xfrm>
          <a:prstGeom prst="rect">
            <a:avLst/>
          </a:prstGeom>
        </p:spPr>
      </p:pic>
    </p:spTree>
    <p:extLst>
      <p:ext uri="{BB962C8B-B14F-4D97-AF65-F5344CB8AC3E}">
        <p14:creationId xmlns:p14="http://schemas.microsoft.com/office/powerpoint/2010/main" val="3083479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761</TotalTime>
  <Words>333</Words>
  <Application>Microsoft Office PowerPoint</Application>
  <PresentationFormat>Widescreen</PresentationFormat>
  <Paragraphs>37</Paragraphs>
  <Slides>10</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2. Initial settings</vt:lpstr>
      <vt:lpstr>Steps</vt:lpstr>
      <vt:lpstr>Set networking settings</vt:lpstr>
      <vt:lpstr>Set networking settings</vt:lpstr>
      <vt:lpstr>Change computer name</vt:lpstr>
      <vt:lpstr>Change computer name</vt:lpstr>
      <vt:lpstr>Configure Firewall rules</vt:lpstr>
      <vt:lpstr>Configure Firewall rules</vt:lpstr>
      <vt:lpstr>Enable Remote Desktop</vt:lpstr>
      <vt:lpstr>Set Time Zone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adi dumitras</dc:creator>
  <cp:lastModifiedBy>Microsoft account</cp:lastModifiedBy>
  <cp:revision>26</cp:revision>
  <cp:lastPrinted>1601-01-01T00:00:00Z</cp:lastPrinted>
  <dcterms:created xsi:type="dcterms:W3CDTF">2019-03-09T11:22:51Z</dcterms:created>
  <dcterms:modified xsi:type="dcterms:W3CDTF">2025-11-18T08:54:46Z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TC102037841033</vt:lpwstr>
  </property>
</Properties>
</file>