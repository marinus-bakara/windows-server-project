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233" autoAdjust="0"/>
  </p:normalViewPr>
  <p:slideViewPr>
    <p:cSldViewPr>
      <p:cViewPr varScale="1">
        <p:scale>
          <a:sx n="68" d="100"/>
          <a:sy n="68" d="100"/>
        </p:scale>
        <p:origin x="5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28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78CFF-F1FC-4E8D-9C0D-9FCFCF23937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49FFE-5A44-40D1-8EEA-4FC61FBFF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2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While Windows Server 2019 could run on 512 MB, you need at least 1 GB of RAM for the installation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04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can select the OS language to be used. If the ISO is the</a:t>
            </a:r>
            <a:r>
              <a:rPr lang="en-US" baseline="0" dirty="0" smtClean="0"/>
              <a:t> English version only this language is selectable</a:t>
            </a:r>
          </a:p>
          <a:p>
            <a:r>
              <a:rPr lang="en-US" baseline="0" dirty="0" smtClean="0"/>
              <a:t>Time and currency format and keyboard layout can be selected  based on your region. I recommend sticking to English US for both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66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Besides installing Windows, you also have some repair and recovery tools on the installation media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72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2 most used Windows Server</a:t>
            </a:r>
            <a:r>
              <a:rPr lang="en-US" baseline="0" dirty="0" smtClean="0"/>
              <a:t> editions are Standard and Datacenter but there are also others like Hyper-V Server, Windows Essentials, Windows Storage Server.</a:t>
            </a:r>
          </a:p>
          <a:p>
            <a:endParaRPr lang="en-US" baseline="0" dirty="0" smtClean="0"/>
          </a:p>
          <a:p>
            <a:r>
              <a:rPr lang="en-US" baseline="0" dirty="0" smtClean="0"/>
              <a:t>Besides the 2 editions available on the disc, you can also choose if your server will have a graphical user interface or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75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42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have the option to perform a clean install: the selected HDD will</a:t>
            </a:r>
            <a:r>
              <a:rPr lang="en-US" baseline="0" dirty="0" smtClean="0"/>
              <a:t> be formatted, all data will be lost and you will get a fresh and clean install of Windows Server</a:t>
            </a:r>
          </a:p>
          <a:p>
            <a:r>
              <a:rPr lang="en-US" baseline="0" dirty="0" smtClean="0"/>
              <a:t>The other installation option is the upgrade from a previous version of Windows Server. The supported paths for upgrade are from 2012 R2 to 2019 and from 2016 to 2019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96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</a:t>
            </a:r>
            <a:r>
              <a:rPr lang="en-US" baseline="0" dirty="0" smtClean="0"/>
              <a:t> you get to select the disk that the OS will be placed on. You can also create partitions if you want to.</a:t>
            </a:r>
          </a:p>
          <a:p>
            <a:endParaRPr lang="en-US" baseline="0" dirty="0" smtClean="0"/>
          </a:p>
          <a:p>
            <a:r>
              <a:rPr lang="en-US" baseline="0" dirty="0" smtClean="0"/>
              <a:t>If installing on hardware and you do not see any disks there may be 2 possibilities for this:</a:t>
            </a:r>
          </a:p>
          <a:p>
            <a:r>
              <a:rPr lang="en-US" baseline="0" dirty="0" smtClean="0"/>
              <a:t>  - You need a storage drive in order to recognize the controller (use Load driver and after that Refresh)</a:t>
            </a:r>
          </a:p>
          <a:p>
            <a:r>
              <a:rPr lang="en-US" baseline="0" dirty="0" smtClean="0"/>
              <a:t>  - No volumes have been created on your RAID controller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4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Just</a:t>
            </a:r>
            <a:r>
              <a:rPr lang="en-US" baseline="0" dirty="0" smtClean="0"/>
              <a:t> sit back and let Windows Server install. After some restarts you will be prompted to change the local Administrator’s password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40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</a:t>
            </a:r>
            <a:r>
              <a:rPr lang="en-US" baseline="0" dirty="0" smtClean="0"/>
              <a:t> have to set a password for the local Administrator user. Because of the Local Security Policy you have to use 3 of the 4 character types:</a:t>
            </a:r>
          </a:p>
          <a:p>
            <a:r>
              <a:rPr lang="en-US" baseline="0" dirty="0" smtClean="0"/>
              <a:t>  - Uppercase letters</a:t>
            </a:r>
          </a:p>
          <a:p>
            <a:r>
              <a:rPr lang="en-US" baseline="0" dirty="0" smtClean="0"/>
              <a:t>  - Lowercase letters</a:t>
            </a:r>
          </a:p>
          <a:p>
            <a:r>
              <a:rPr lang="en-US" baseline="0" dirty="0" smtClean="0"/>
              <a:t>  - Numbers</a:t>
            </a:r>
          </a:p>
          <a:p>
            <a:r>
              <a:rPr lang="en-US" baseline="0" dirty="0" smtClean="0"/>
              <a:t>  - Special characters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9FFE-5A44-40D1-8EEA-4FC61FBFF1F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07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5FB5A-774D-4051-8C5E-7A6CF54AA38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24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1471B-2F4C-4F1A-BCB2-8E8CC6101D9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08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7F17-3660-4412-9AF1-CCA5DA32EC0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39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F83-C329-4FCD-A406-5A60D65B3B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56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6687A-5420-4D50-9816-2C27351F443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34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C8F3-E35F-4F69-B107-F82601C15D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65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EF93-7967-4442-A93B-EC4E2715645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798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B90F2-3CAE-43BA-A459-8D8B79650C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81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F1F3-5E6F-47B4-A71B-F98B445061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48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C37B-1928-4181-A4B6-AEFF4BE56D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381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AD18-5E14-41F9-ACB5-75D1E06D991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87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DDCB-EDBC-4A5B-8D8B-4EF903D3889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8627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smtClean="0"/>
              <a:t>Installing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Windows Server 2019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8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64 bit processor </a:t>
            </a:r>
          </a:p>
          <a:p>
            <a:r>
              <a:rPr lang="en-US" dirty="0" smtClean="0"/>
              <a:t>At least 512 MB RAM (2GB if using the GUI version)</a:t>
            </a:r>
          </a:p>
          <a:p>
            <a:r>
              <a:rPr lang="en-US" dirty="0" smtClean="0"/>
              <a:t>32GB space</a:t>
            </a:r>
          </a:p>
        </p:txBody>
      </p:sp>
    </p:spTree>
    <p:extLst>
      <p:ext uri="{BB962C8B-B14F-4D97-AF65-F5344CB8AC3E}">
        <p14:creationId xmlns:p14="http://schemas.microsoft.com/office/powerpoint/2010/main" val="164791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Requirements (revised)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64 bit processor with 1.4 GHz</a:t>
            </a:r>
          </a:p>
          <a:p>
            <a:r>
              <a:rPr lang="en-US" dirty="0" smtClean="0"/>
              <a:t>512 MB RAM (2 GB if using the GUI version) – During installation you need at least 1 GB</a:t>
            </a:r>
          </a:p>
          <a:p>
            <a:r>
              <a:rPr lang="en-US" dirty="0" smtClean="0"/>
              <a:t>32 GB  space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76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Server editions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Standard (one license for 2 VMs and the host)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Datacenter (one license for unlimited VMs and the host)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65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vs Datacenter (roles and features)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287933"/>
              </p:ext>
            </p:extLst>
          </p:nvPr>
        </p:nvGraphicFramePr>
        <p:xfrm>
          <a:off x="1676400" y="1981200"/>
          <a:ext cx="835659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533">
                  <a:extLst>
                    <a:ext uri="{9D8B030D-6E8A-4147-A177-3AD203B41FA5}">
                      <a16:colId xmlns:a16="http://schemas.microsoft.com/office/drawing/2014/main" xmlns="" val="1702217163"/>
                    </a:ext>
                  </a:extLst>
                </a:gridCol>
                <a:gridCol w="2785533">
                  <a:extLst>
                    <a:ext uri="{9D8B030D-6E8A-4147-A177-3AD203B41FA5}">
                      <a16:colId xmlns:a16="http://schemas.microsoft.com/office/drawing/2014/main" xmlns="" val="2211017919"/>
                    </a:ext>
                  </a:extLst>
                </a:gridCol>
                <a:gridCol w="2785533">
                  <a:extLst>
                    <a:ext uri="{9D8B030D-6E8A-4147-A177-3AD203B41FA5}">
                      <a16:colId xmlns:a16="http://schemas.microsoft.com/office/drawing/2014/main" xmlns="" val="59795569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Role/Feature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Standard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Datacenter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3197405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Hyper-V (Role)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 + Shielded VMs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087297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Network controller (Role)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636571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Host Guardian support for</a:t>
                      </a:r>
                      <a:r>
                        <a:rPr lang="en-US" baseline="0" dirty="0" smtClean="0"/>
                        <a:t> Hyper-V (Feature)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4562753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Constrained Storage replica (Feature)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r>
                        <a:rPr lang="en-US" baseline="0" dirty="0" smtClean="0"/>
                        <a:t> (1 partnership and 1 resource group with single 2 TB volume)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 (unlimited)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78734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Software-defined networking (Feature)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777512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Storage spaces direct (Feature)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200352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Inherited activation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 guest if hosted on Datacenter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Can be guest or host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98920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5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Normal server (formerly Server Core)</a:t>
            </a:r>
          </a:p>
          <a:p>
            <a:pPr lvl="1"/>
            <a:r>
              <a:rPr lang="en-US" dirty="0" smtClean="0"/>
              <a:t>Less resource intensive</a:t>
            </a:r>
          </a:p>
          <a:p>
            <a:pPr lvl="1"/>
            <a:r>
              <a:rPr lang="en-US" dirty="0" smtClean="0"/>
              <a:t>Less storage space needed</a:t>
            </a:r>
          </a:p>
          <a:p>
            <a:pPr lvl="1"/>
            <a:r>
              <a:rPr lang="en-US" dirty="0" smtClean="0"/>
              <a:t>Less updates/hotfixes performed</a:t>
            </a:r>
          </a:p>
          <a:p>
            <a:r>
              <a:rPr lang="en-US" dirty="0" smtClean="0"/>
              <a:t>Desktop experience (Windows 10 graphical shell over Windows Server)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1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Clean install (formats the </a:t>
            </a:r>
            <a:r>
              <a:rPr lang="en-US" dirty="0" err="1" smtClean="0"/>
              <a:t>stora</a:t>
            </a:r>
            <a:r>
              <a:rPr lang="en-US" dirty="0" smtClean="0"/>
              <a:t>; all data is lost)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Upgrade from a previous version (only from 2012 R2 or 2016 is supported; data and settings are preserved)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0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12192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6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1012"/>
            <a:ext cx="10515600" cy="1325563"/>
          </a:xfrm>
        </p:spPr>
        <p:txBody>
          <a:bodyPr/>
          <a:lstStyle/>
          <a:p>
            <a:r>
              <a:rPr lang="en-US" dirty="0" smtClean="0"/>
              <a:t>We will click on install now.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6068"/>
            <a:ext cx="12192000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7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15800" cy="667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5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section you are going to check the box to accept terms and conditions.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12192000" cy="514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3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 this section we will select custom because we are installing a fresh windows and not upgrading it.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4"/>
            <a:ext cx="12192000" cy="503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 are going to click on next to use the entire space, but if you want to partition it you click on new and enter the disk space you want.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057400"/>
            <a:ext cx="11887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4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Waiting for the installation to complete.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209800"/>
            <a:ext cx="12115800" cy="458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2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Here you are going to enter the password you want to use or your windows server.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0"/>
            <a:ext cx="12192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5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</TotalTime>
  <Words>691</Words>
  <Application>Microsoft Office PowerPoint</Application>
  <PresentationFormat>Widescreen</PresentationFormat>
  <Paragraphs>87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1. Installing</vt:lpstr>
      <vt:lpstr>Minimum Requirements</vt:lpstr>
      <vt:lpstr>Minimum Requirements (revised)</vt:lpstr>
      <vt:lpstr>Windows Server editions</vt:lpstr>
      <vt:lpstr>Standard vs Datacenter (roles and features)</vt:lpstr>
      <vt:lpstr>Installation options</vt:lpstr>
      <vt:lpstr>Installation types</vt:lpstr>
      <vt:lpstr>PowerPoint Presentation</vt:lpstr>
      <vt:lpstr>We will click on install now.</vt:lpstr>
      <vt:lpstr>PowerPoint Presentation</vt:lpstr>
      <vt:lpstr>in this section you are going to check the box to accept terms and conditions.</vt:lpstr>
      <vt:lpstr>In this section we will select custom because we are installing a fresh windows and not upgrading it. </vt:lpstr>
      <vt:lpstr>We are going to click on next to use the entire space, but if you want to partition it you click on new and enter the disk space you want.</vt:lpstr>
      <vt:lpstr>Waiting for the installation to complete.</vt:lpstr>
      <vt:lpstr>Here you are going to enter the password you want to use or your windows server.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 dumitras</dc:creator>
  <cp:lastModifiedBy>Microsoft account</cp:lastModifiedBy>
  <cp:revision>30</cp:revision>
  <cp:lastPrinted>1601-01-01T00:00:00Z</cp:lastPrinted>
  <dcterms:created xsi:type="dcterms:W3CDTF">2019-03-09T11:22:51Z</dcterms:created>
  <dcterms:modified xsi:type="dcterms:W3CDTF">2025-11-18T08:51:14Z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TC102037841033</vt:lpwstr>
  </property>
</Properties>
</file>